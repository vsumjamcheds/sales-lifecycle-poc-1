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HCP Engagement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Proof of concept — narrative, scope, and deliverables</a:t>
            </a:r>
          </a:p>
          <a:p>
            <a:pPr>
              <a:defRPr sz="1400"/>
            </a:pPr>
            <a:r>
              <a:t>(SQLite · Chroma · FastAPI · Streamlit · Claude)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The prompt (what we were asked)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Demonstrate an end-to-end field workflow for one Health Care Provider (HCP), not a slide-only story.</a:t>
            </a:r>
          </a:p>
          <a:p>
            <a:pPr>
              <a:defRPr sz="1700"/>
            </a:pPr>
            <a:r>
              <a:t>Help the rep prioritize who to see, prepare for the call with recommendations grounded in data and prior context.</a:t>
            </a:r>
          </a:p>
          <a:p>
            <a:pPr>
              <a:defRPr sz="1700"/>
            </a:pPr>
            <a:r>
              <a:t>Check proposed messaging against approved claims / policy before the rep acts.</a:t>
            </a:r>
          </a:p>
          <a:p>
            <a:pPr>
              <a:defRPr sz="1700"/>
            </a:pPr>
            <a:r>
              <a:t>After the visit, capture notes, structure what matters, and write back to persistent memory.</a:t>
            </a:r>
          </a:p>
          <a:p>
            <a:pPr>
              <a:defRPr sz="1700"/>
            </a:pPr>
            <a:r>
              <a:t>Keep an auditable trail of AI and human decisions, scoped by rep and (where relevant) by HCP.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What we understood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Territory isolation: every API call is scoped to the active rep (header), so data does not leak across regions.</a:t>
            </a:r>
          </a:p>
          <a:p>
            <a:pPr>
              <a:defRPr sz="1700"/>
            </a:pPr>
            <a:r>
              <a:t>Two brains: structured relational data (performance, visits, commitments) plus semantic memory (vector store per HCP).</a:t>
            </a:r>
          </a:p>
          <a:p>
            <a:pPr>
              <a:defRPr sz="1700"/>
            </a:pPr>
            <a:r>
              <a:t>Compliance is not optional copy: gatekeeper compares plan language to an approved claims corpus (verify / redline / block).</a:t>
            </a:r>
          </a:p>
          <a:p>
            <a:pPr>
              <a:defRPr sz="1700"/>
            </a:pPr>
            <a:r>
              <a:t>Post-call capture must scrub obvious PII patterns before embedding and storage, and sync should be explicit (user-triggered).</a:t>
            </a:r>
          </a:p>
          <a:p>
            <a:pPr>
              <a:defRPr sz="1700"/>
            </a:pPr>
            <a:r>
              <a:t>Audit is for trust: enough detail to reconstruct tool use, compliance outcomes, and human accept/reject — tied to HCP when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What we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Scout + Capacity pipeline: rank HCPs using prescribing windows, interactions, rep capacity, and friction (seeded + API-driven).</a:t>
            </a:r>
          </a:p>
          <a:p>
            <a:pPr>
              <a:defRPr sz="1700"/>
            </a:pPr>
            <a:r>
              <a:t>Strategist agent: Claude tool loop — fetch_hcp_performance, search_hcp_memory — returns three concrete pre-call steps (JSON).</a:t>
            </a:r>
          </a:p>
          <a:p>
            <a:pPr>
              <a:defRPr sz="1700"/>
            </a:pPr>
            <a:r>
              <a:t>Compliance gatekeeper: embeddings + claims collection in Chroma; similarity and rules → VERIFIED / REDLINE / BLOCK with citation metadata.</a:t>
            </a:r>
          </a:p>
          <a:p>
            <a:pPr>
              <a:defRPr sz="1700"/>
            </a:pPr>
            <a:r>
              <a:t>Scribe path: scrub → summarize (objections, tasks) → Chroma memory + SQLite interaction row + audit event.</a:t>
            </a:r>
          </a:p>
          <a:p>
            <a:pPr>
              <a:defRPr sz="1700"/>
            </a:pPr>
            <a:r>
              <a:t>Streamlit Command Center: rep switch, live vs mock API, plan generation with spinner and plain-language pipeline copy, decision logging.</a:t>
            </a:r>
          </a:p>
          <a:p>
            <a:pPr>
              <a:defRPr sz="1700"/>
            </a:pPr>
            <a:r>
              <a:t>Audit API: GET /api/v1/audit-logs?hcp_id=… filters JSON payload so the UI shows a per-HCP conversation trail; auto-refresh after Scribe sync.</a:t>
            </a:r>
          </a:p>
          <a:p>
            <a:pPr>
              <a:defRPr sz="1700"/>
            </a:pPr>
            <a:r>
              <a:t>Supporting: seed script, territory isolation tests, optional Excel export, deck generator (this file).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Stack &amp; persistence (where things live)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SQLite: reps, HCPs, prescribing signals, interactions, commitments, audit_logs.</a:t>
            </a:r>
          </a:p>
          <a:p>
            <a:pPr>
              <a:defRPr sz="1700"/>
            </a:pPr>
            <a:r>
              <a:t>Chroma: hcp_memory (per-HCP notes) and claims_master (approved phrases for the gatekeeper).</a:t>
            </a:r>
          </a:p>
          <a:p>
            <a:pPr>
              <a:defRPr sz="1700"/>
            </a:pPr>
            <a:r>
              <a:t>FastAPI (Uvicorn): REST API, dependency-injected DB session and rep context.</a:t>
            </a:r>
          </a:p>
          <a:p>
            <a:pPr>
              <a:defRPr sz="1700"/>
            </a:pPr>
            <a:r>
              <a:t>Streamlit: single-page command center calling the API via httpx.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· Territory, rep context &amp; ranked HCP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i="1"/>
            </a:pPr>
            <a:r>
              <a:t>[ Insert your screenshot below this title — delete this text box after pasting ]</a:t>
            </a:r>
            <a:br/>
            <a:br/>
            <a:r>
              <a:t>Tip: In PowerPoint, use Insert → Pictures → This Device, or paste from the clipboard, then crop to 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· Command Center — plan generation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i="1"/>
            </a:pPr>
            <a:r>
              <a:t>[ Insert your screenshot below this title — delete this text box after pasting ]</a:t>
            </a:r>
            <a:br/>
            <a:br/>
            <a:r>
              <a:t>Tip: In PowerPoint, use Insert → Pictures → This Device, or paste from the clipboard, then crop to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· Strategist / agent trace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i="1"/>
            </a:pPr>
            <a:r>
              <a:t>[ Insert your screenshot below this title — delete this text box after pasting ]</a:t>
            </a:r>
            <a:br/>
            <a:br/>
            <a:r>
              <a:t>Tip: In PowerPoint, use Insert → Pictures → This Device, or paste from the clipboard, then crop to 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· Field note &amp; Sync to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i="1"/>
            </a:pPr>
            <a:r>
              <a:t>[ Insert your screenshot below this title — delete this text box after pasting ]</a:t>
            </a:r>
            <a:br/>
            <a:br/>
            <a:r>
              <a:t>Tip: In PowerPoint, use Insert → Pictures → This Device, or paste from the clipboard, then crop to fit.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· Conversation audit trail (per HCP)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i="1"/>
            </a:pPr>
            <a:r>
              <a:t>[ Insert your screenshot below this title — delete this text box after pasting ]</a:t>
            </a:r>
            <a:br/>
            <a:br/>
            <a:r>
              <a:t>Tip: In PowerPoint, use Insert → Pictures → This Device, or paste from the clipboard, then crop to 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How to run the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pip install -r requirements.txt  ·  .env with ANTHROPIC_API_KEY</a:t>
            </a:r>
          </a:p>
          <a:p>
            <a:pPr>
              <a:defRPr sz="1700"/>
            </a:pPr>
            <a:r>
              <a:t>python -m src.scripts.seed_data</a:t>
            </a:r>
          </a:p>
          <a:p>
            <a:pPr>
              <a:defRPr sz="1700"/>
            </a:pPr>
            <a:r>
              <a:t>Terminal A: uvicorn src.api.main:app --port 8000</a:t>
            </a:r>
          </a:p>
          <a:p>
            <a:pPr>
              <a:defRPr sz="1700"/>
            </a:pPr>
            <a:r>
              <a:t>Terminal B: streamlit run src/ui/app.py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